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80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254B29-AD99-4A48-96D3-EAA4726ABDA1}" v="22" dt="2026-04-22T07:02:59.7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kumi Takada" userId="pclk4WuyjkApVi0cOchcv3dNCIroJ2FTvVtXhonCYFE=" providerId="None" clId="Web-{7F254B29-AD99-4A48-96D3-EAA4726ABDA1}"/>
    <pc:docChg chg="addSld delSld modSld">
      <pc:chgData name="Ikumi Takada" userId="pclk4WuyjkApVi0cOchcv3dNCIroJ2FTvVtXhonCYFE=" providerId="None" clId="Web-{7F254B29-AD99-4A48-96D3-EAA4726ABDA1}" dt="2026-04-22T07:02:59.747" v="21" actId="20577"/>
      <pc:docMkLst>
        <pc:docMk/>
      </pc:docMkLst>
      <pc:sldChg chg="del">
        <pc:chgData name="Ikumi Takada" userId="pclk4WuyjkApVi0cOchcv3dNCIroJ2FTvVtXhonCYFE=" providerId="None" clId="Web-{7F254B29-AD99-4A48-96D3-EAA4726ABDA1}" dt="2026-04-22T06:51:12.258" v="2"/>
        <pc:sldMkLst>
          <pc:docMk/>
          <pc:sldMk cId="2128380218" sldId="256"/>
        </pc:sldMkLst>
      </pc:sldChg>
      <pc:sldChg chg="add del replId">
        <pc:chgData name="Ikumi Takada" userId="pclk4WuyjkApVi0cOchcv3dNCIroJ2FTvVtXhonCYFE=" providerId="None" clId="Web-{7F254B29-AD99-4A48-96D3-EAA4726ABDA1}" dt="2026-04-22T06:51:17.054" v="3"/>
        <pc:sldMkLst>
          <pc:docMk/>
          <pc:sldMk cId="3361054014" sldId="257"/>
        </pc:sldMkLst>
      </pc:sldChg>
      <pc:sldChg chg="modSp add">
        <pc:chgData name="Ikumi Takada" userId="pclk4WuyjkApVi0cOchcv3dNCIroJ2FTvVtXhonCYFE=" providerId="None" clId="Web-{7F254B29-AD99-4A48-96D3-EAA4726ABDA1}" dt="2026-04-22T07:02:59.747" v="21" actId="20577"/>
        <pc:sldMkLst>
          <pc:docMk/>
          <pc:sldMk cId="0" sldId="280"/>
        </pc:sldMkLst>
        <pc:spChg chg="mod">
          <ac:chgData name="Ikumi Takada" userId="pclk4WuyjkApVi0cOchcv3dNCIroJ2FTvVtXhonCYFE=" providerId="None" clId="Web-{7F254B29-AD99-4A48-96D3-EAA4726ABDA1}" dt="2026-04-22T06:51:27.429" v="5" actId="20577"/>
          <ac:spMkLst>
            <pc:docMk/>
            <pc:sldMk cId="0" sldId="280"/>
            <ac:spMk id="620" creationId="{00000000-0000-0000-0000-000000000000}"/>
          </ac:spMkLst>
        </pc:spChg>
        <pc:spChg chg="mod">
          <ac:chgData name="Ikumi Takada" userId="pclk4WuyjkApVi0cOchcv3dNCIroJ2FTvVtXhonCYFE=" providerId="None" clId="Web-{7F254B29-AD99-4A48-96D3-EAA4726ABDA1}" dt="2026-04-22T06:54:41.088" v="10" actId="20577"/>
          <ac:spMkLst>
            <pc:docMk/>
            <pc:sldMk cId="0" sldId="280"/>
            <ac:spMk id="623" creationId="{00000000-0000-0000-0000-000000000000}"/>
          </ac:spMkLst>
        </pc:spChg>
        <pc:spChg chg="mod">
          <ac:chgData name="Ikumi Takada" userId="pclk4WuyjkApVi0cOchcv3dNCIroJ2FTvVtXhonCYFE=" providerId="None" clId="Web-{7F254B29-AD99-4A48-96D3-EAA4726ABDA1}" dt="2026-04-22T07:02:59.747" v="21" actId="20577"/>
          <ac:spMkLst>
            <pc:docMk/>
            <pc:sldMk cId="0" sldId="280"/>
            <ac:spMk id="6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D6C2B-E1E8-43D9-B0A0-F60C043A78C1}" type="datetimeFigureOut">
              <a:t>2026/4/21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459A1B-C2CC-4F07-9531-DC0CDDF04B3A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1424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590" name="Google Shape;59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2026/4/21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1"/>
          <p:cNvSpPr/>
          <p:nvPr/>
        </p:nvSpPr>
        <p:spPr>
          <a:xfrm>
            <a:off x="1522869" y="410796"/>
            <a:ext cx="6016521" cy="1280759"/>
          </a:xfrm>
          <a:prstGeom prst="roundRect">
            <a:avLst>
              <a:gd name="adj" fmla="val 2064"/>
            </a:avLst>
          </a:prstGeom>
          <a:solidFill>
            <a:srgbClr val="DCEAF7">
              <a:alpha val="49803"/>
            </a:srgbClr>
          </a:solidFill>
          <a:ln>
            <a:noFill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21"/>
          <p:cNvSpPr/>
          <p:nvPr/>
        </p:nvSpPr>
        <p:spPr>
          <a:xfrm>
            <a:off x="1436908" y="2716345"/>
            <a:ext cx="6475500" cy="4069194"/>
          </a:xfrm>
          <a:prstGeom prst="roundRect">
            <a:avLst>
              <a:gd name="adj" fmla="val 2064"/>
            </a:avLst>
          </a:prstGeom>
          <a:solidFill>
            <a:srgbClr val="FFF2CC">
              <a:alpha val="50196"/>
            </a:srgbClr>
          </a:solidFill>
          <a:ln>
            <a:noFill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21"/>
          <p:cNvCxnSpPr/>
          <p:nvPr/>
        </p:nvCxnSpPr>
        <p:spPr>
          <a:xfrm>
            <a:off x="6086319" y="1511800"/>
            <a:ext cx="12519" cy="23970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21"/>
          <p:cNvCxnSpPr/>
          <p:nvPr/>
        </p:nvCxnSpPr>
        <p:spPr>
          <a:xfrm>
            <a:off x="9410543" y="2635750"/>
            <a:ext cx="2994" cy="3015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6" name="Google Shape;596;p21"/>
          <p:cNvCxnSpPr/>
          <p:nvPr/>
        </p:nvCxnSpPr>
        <p:spPr>
          <a:xfrm rot="10800000" flipH="1">
            <a:off x="2898617" y="3787245"/>
            <a:ext cx="3187738" cy="9598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7" name="Google Shape;597;p21"/>
          <p:cNvCxnSpPr/>
          <p:nvPr/>
        </p:nvCxnSpPr>
        <p:spPr>
          <a:xfrm>
            <a:off x="2904968" y="3797800"/>
            <a:ext cx="2994" cy="3015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8" name="Google Shape;598;p21"/>
          <p:cNvSpPr/>
          <p:nvPr/>
        </p:nvSpPr>
        <p:spPr>
          <a:xfrm>
            <a:off x="4532533" y="3906970"/>
            <a:ext cx="3227475" cy="2754744"/>
          </a:xfrm>
          <a:prstGeom prst="roundRect">
            <a:avLst>
              <a:gd name="adj" fmla="val 2064"/>
            </a:avLst>
          </a:prstGeom>
          <a:solidFill>
            <a:srgbClr val="E1F1F7"/>
          </a:solidFill>
          <a:ln>
            <a:noFill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21"/>
          <p:cNvSpPr/>
          <p:nvPr/>
        </p:nvSpPr>
        <p:spPr>
          <a:xfrm>
            <a:off x="1522632" y="3906971"/>
            <a:ext cx="2760750" cy="2745219"/>
          </a:xfrm>
          <a:prstGeom prst="roundRect">
            <a:avLst>
              <a:gd name="adj" fmla="val 2064"/>
            </a:avLst>
          </a:prstGeom>
          <a:solidFill>
            <a:srgbClr val="FAEAE1"/>
          </a:solidFill>
          <a:ln>
            <a:noFill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21"/>
          <p:cNvCxnSpPr/>
          <p:nvPr/>
        </p:nvCxnSpPr>
        <p:spPr>
          <a:xfrm>
            <a:off x="2247743" y="2340476"/>
            <a:ext cx="2994" cy="301547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01" name="Google Shape;601;p21"/>
          <p:cNvGrpSpPr/>
          <p:nvPr/>
        </p:nvGrpSpPr>
        <p:grpSpPr>
          <a:xfrm>
            <a:off x="5182247" y="752350"/>
            <a:ext cx="1813231" cy="765559"/>
            <a:chOff x="-2405970" y="1623990"/>
            <a:chExt cx="1386000" cy="568964"/>
          </a:xfrm>
        </p:grpSpPr>
        <p:sp>
          <p:nvSpPr>
            <p:cNvPr id="602" name="Google Shape;602;p21"/>
            <p:cNvSpPr/>
            <p:nvPr/>
          </p:nvSpPr>
          <p:spPr>
            <a:xfrm>
              <a:off x="-2405970" y="1623990"/>
              <a:ext cx="1386000" cy="227700"/>
            </a:xfrm>
            <a:prstGeom prst="rect">
              <a:avLst/>
            </a:prstGeom>
            <a:solidFill>
              <a:srgbClr val="43AFE2"/>
            </a:solidFill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7"/>
                <a:buFont typeface="Arial"/>
                <a:buNone/>
              </a:pPr>
              <a:r>
                <a:rPr lang="ja-JP" sz="998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事業責任者</a:t>
              </a:r>
              <a:endParaRPr sz="136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21"/>
            <p:cNvSpPr/>
            <p:nvPr/>
          </p:nvSpPr>
          <p:spPr>
            <a:xfrm>
              <a:off x="-2405970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ja-JP" sz="16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◎伊藤 達哉</a:t>
              </a:r>
              <a:endParaRPr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21"/>
          <p:cNvSpPr/>
          <p:nvPr/>
        </p:nvSpPr>
        <p:spPr>
          <a:xfrm>
            <a:off x="7795570" y="161939"/>
            <a:ext cx="3016289" cy="973769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B0F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7"/>
              <a:buFont typeface="Arial"/>
              <a:buNone/>
            </a:pPr>
            <a:r>
              <a:rPr lang="ja-JP" sz="998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&lt;凡例&gt;</a:t>
            </a:r>
            <a:endParaRPr sz="1361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8"/>
              <a:buFont typeface="Arial"/>
              <a:buNone/>
            </a:pPr>
            <a:endParaRPr sz="998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ja-JP"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◎：最高責任者（意思決定者・最終判断）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ja-JP"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〇：事業責任者（意思決定者）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ja-JP"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★：プロジェクトリーダー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ja-JP" sz="9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他：プロジェクトメンバー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1"/>
          <p:cNvSpPr txBox="1"/>
          <p:nvPr/>
        </p:nvSpPr>
        <p:spPr>
          <a:xfrm>
            <a:off x="1511007" y="410796"/>
            <a:ext cx="2721546" cy="73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1"/>
              <a:buFont typeface="Arial"/>
              <a:buNone/>
            </a:pPr>
            <a:r>
              <a:rPr lang="ja-JP" sz="1361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マネジメントレイヤ</a:t>
            </a:r>
            <a:endParaRPr sz="1361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79"/>
              <a:buFont typeface="Arial"/>
              <a:buNone/>
            </a:pPr>
            <a:r>
              <a:rPr lang="ja-JP" sz="117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プロジェクト責任者として意思決定や最終判断を担います。</a:t>
            </a:r>
            <a:endParaRPr sz="117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21"/>
          <p:cNvSpPr txBox="1"/>
          <p:nvPr/>
        </p:nvSpPr>
        <p:spPr>
          <a:xfrm>
            <a:off x="1519950" y="-5912"/>
            <a:ext cx="5234031" cy="42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7350" tIns="87350" rIns="87350" bIns="873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ja-JP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事業運営体制 (サマースクール実装フェーズ)</a:t>
            </a:r>
            <a:endParaRPr sz="1633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21"/>
          <p:cNvSpPr/>
          <p:nvPr/>
        </p:nvSpPr>
        <p:spPr>
          <a:xfrm>
            <a:off x="1299044" y="62580"/>
            <a:ext cx="271882" cy="277325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87350" tIns="87350" rIns="87350" bIns="873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36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08" name="Google Shape;608;p21"/>
          <p:cNvGrpSpPr/>
          <p:nvPr/>
        </p:nvGrpSpPr>
        <p:grpSpPr>
          <a:xfrm>
            <a:off x="5427785" y="1751352"/>
            <a:ext cx="1326760" cy="765559"/>
            <a:chOff x="-3134476" y="1623990"/>
            <a:chExt cx="1386000" cy="568964"/>
          </a:xfrm>
        </p:grpSpPr>
        <p:sp>
          <p:nvSpPr>
            <p:cNvPr id="609" name="Google Shape;609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〇野村 善文 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43AFE2"/>
            </a:solidFill>
            <a:ln w="9525" cap="flat" cmpd="sng">
              <a:solidFill>
                <a:srgbClr val="00B0F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事務局長</a:t>
              </a:r>
              <a:endParaRPr sz="95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1" name="Google Shape;611;p21"/>
          <p:cNvGrpSpPr/>
          <p:nvPr/>
        </p:nvGrpSpPr>
        <p:grpSpPr>
          <a:xfrm>
            <a:off x="1297795" y="1761837"/>
            <a:ext cx="2522642" cy="751384"/>
            <a:chOff x="-3134476" y="1623989"/>
            <a:chExt cx="1386000" cy="568965"/>
          </a:xfrm>
        </p:grpSpPr>
        <p:sp>
          <p:nvSpPr>
            <p:cNvPr id="612" name="Google Shape;612;p21"/>
            <p:cNvSpPr/>
            <p:nvPr/>
          </p:nvSpPr>
          <p:spPr>
            <a:xfrm>
              <a:off x="-3134476" y="1623989"/>
              <a:ext cx="1386000" cy="227700"/>
            </a:xfrm>
            <a:prstGeom prst="rect">
              <a:avLst/>
            </a:prstGeom>
            <a:solidFill>
              <a:srgbClr val="AEAEAE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7"/>
                <a:buFont typeface="Arial"/>
                <a:buNone/>
              </a:pPr>
              <a:r>
                <a:rPr lang="ja-JP" sz="998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アドバイザリーボード（敬称略）</a:t>
              </a:r>
              <a:endParaRPr sz="998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7"/>
                <a:buFont typeface="Arial"/>
                <a:buNone/>
              </a:pPr>
              <a:r>
                <a:rPr lang="ja-JP" sz="998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奥山緑・高萩宏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7"/>
                <a:buFont typeface="Arial"/>
                <a:buNone/>
              </a:pPr>
              <a:r>
                <a:rPr lang="ja-JP" sz="998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福井 健策・松田誠・渡辺 ミキ</a:t>
              </a:r>
              <a:endParaRPr sz="11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4" name="Google Shape;614;p21"/>
          <p:cNvCxnSpPr/>
          <p:nvPr/>
        </p:nvCxnSpPr>
        <p:spPr>
          <a:xfrm rot="10800000" flipH="1">
            <a:off x="2250918" y="2634721"/>
            <a:ext cx="7169188" cy="7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615" name="Google Shape;615;p21"/>
          <p:cNvGrpSpPr/>
          <p:nvPr/>
        </p:nvGrpSpPr>
        <p:grpSpPr>
          <a:xfrm>
            <a:off x="2966952" y="5343661"/>
            <a:ext cx="1193410" cy="765559"/>
            <a:chOff x="-2775847" y="1623990"/>
            <a:chExt cx="1386000" cy="568964"/>
          </a:xfrm>
        </p:grpSpPr>
        <p:sp>
          <p:nvSpPr>
            <p:cNvPr id="616" name="Google Shape;616;p21"/>
            <p:cNvSpPr/>
            <p:nvPr/>
          </p:nvSpPr>
          <p:spPr>
            <a:xfrm>
              <a:off x="-2775847" y="1623990"/>
              <a:ext cx="1386000" cy="227700"/>
            </a:xfrm>
            <a:prstGeom prst="rect">
              <a:avLst/>
            </a:prstGeom>
            <a:solidFill>
              <a:srgbClr val="F6C5AB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一般教養講座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21"/>
            <p:cNvSpPr/>
            <p:nvPr/>
          </p:nvSpPr>
          <p:spPr>
            <a:xfrm>
              <a:off x="-2775847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ja-JP" sz="1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★野村、赤羽</a:t>
              </a:r>
              <a:endParaRPr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8" name="Google Shape;618;p21"/>
          <p:cNvGrpSpPr/>
          <p:nvPr/>
        </p:nvGrpSpPr>
        <p:grpSpPr>
          <a:xfrm>
            <a:off x="1633451" y="4448309"/>
            <a:ext cx="1212460" cy="717934"/>
            <a:chOff x="-2775847" y="1623990"/>
            <a:chExt cx="1386000" cy="568964"/>
          </a:xfrm>
        </p:grpSpPr>
        <p:sp>
          <p:nvSpPr>
            <p:cNvPr id="619" name="Google Shape;619;p21"/>
            <p:cNvSpPr/>
            <p:nvPr/>
          </p:nvSpPr>
          <p:spPr>
            <a:xfrm>
              <a:off x="-2775847" y="1623990"/>
              <a:ext cx="1386000" cy="227700"/>
            </a:xfrm>
            <a:prstGeom prst="rect">
              <a:avLst/>
            </a:prstGeom>
            <a:solidFill>
              <a:srgbClr val="F6C5AB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プロデューサー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21"/>
            <p:cNvSpPr/>
            <p:nvPr/>
          </p:nvSpPr>
          <p:spPr>
            <a:xfrm>
              <a:off x="-2775847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★赤羽、</a:t>
              </a:r>
              <a:r>
                <a:rPr lang="ja-JP" altLang="en-US" sz="135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大野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1" name="Google Shape;621;p21"/>
          <p:cNvGrpSpPr/>
          <p:nvPr/>
        </p:nvGrpSpPr>
        <p:grpSpPr>
          <a:xfrm>
            <a:off x="2966952" y="4448309"/>
            <a:ext cx="1202935" cy="717934"/>
            <a:chOff x="-2775847" y="1623990"/>
            <a:chExt cx="1386000" cy="568964"/>
          </a:xfrm>
        </p:grpSpPr>
        <p:sp>
          <p:nvSpPr>
            <p:cNvPr id="622" name="Google Shape;622;p21"/>
            <p:cNvSpPr/>
            <p:nvPr/>
          </p:nvSpPr>
          <p:spPr>
            <a:xfrm>
              <a:off x="-2775847" y="1623990"/>
              <a:ext cx="1386000" cy="227700"/>
            </a:xfrm>
            <a:prstGeom prst="rect">
              <a:avLst/>
            </a:prstGeom>
            <a:solidFill>
              <a:srgbClr val="F6C5AB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演出家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21"/>
            <p:cNvSpPr/>
            <p:nvPr/>
          </p:nvSpPr>
          <p:spPr>
            <a:xfrm>
              <a:off x="-2775847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1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★川名、</a:t>
              </a:r>
              <a:r>
                <a:rPr lang="ja-JP" altLang="en-US" sz="1100" b="1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佐々木</a:t>
              </a:r>
              <a:endParaRPr lang="ja-JP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24" name="Google Shape;624;p21"/>
          <p:cNvGrpSpPr/>
          <p:nvPr/>
        </p:nvGrpSpPr>
        <p:grpSpPr>
          <a:xfrm>
            <a:off x="1633451" y="5343660"/>
            <a:ext cx="1212460" cy="765559"/>
            <a:chOff x="-2775847" y="1623990"/>
            <a:chExt cx="1386000" cy="568964"/>
          </a:xfrm>
        </p:grpSpPr>
        <p:sp>
          <p:nvSpPr>
            <p:cNvPr id="625" name="Google Shape;625;p21"/>
            <p:cNvSpPr/>
            <p:nvPr/>
          </p:nvSpPr>
          <p:spPr>
            <a:xfrm>
              <a:off x="-2775847" y="1623990"/>
              <a:ext cx="1386000" cy="227700"/>
            </a:xfrm>
            <a:prstGeom prst="rect">
              <a:avLst/>
            </a:prstGeom>
            <a:solidFill>
              <a:srgbClr val="F6C5AB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劇作家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21"/>
            <p:cNvSpPr/>
            <p:nvPr/>
          </p:nvSpPr>
          <p:spPr>
            <a:xfrm>
              <a:off x="-2775847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★倉沢</a:t>
              </a:r>
              <a:endParaRPr lang="ja-JP" altLang="en-US" sz="1350" b="1">
                <a:solidFill>
                  <a:schemeClr val="dk1"/>
                </a:solidFill>
                <a:latin typeface="Arial"/>
                <a:ea typeface="Arial"/>
                <a:cs typeface="Arial"/>
              </a:endParaRPr>
            </a:p>
          </p:txBody>
        </p:sp>
      </p:grpSp>
      <p:grpSp>
        <p:nvGrpSpPr>
          <p:cNvPr id="627" name="Google Shape;627;p21"/>
          <p:cNvGrpSpPr/>
          <p:nvPr/>
        </p:nvGrpSpPr>
        <p:grpSpPr>
          <a:xfrm>
            <a:off x="5233902" y="2857635"/>
            <a:ext cx="1755385" cy="717936"/>
            <a:chOff x="-2775847" y="1623989"/>
            <a:chExt cx="1386000" cy="568965"/>
          </a:xfrm>
        </p:grpSpPr>
        <p:sp>
          <p:nvSpPr>
            <p:cNvPr id="628" name="Google Shape;628;p21"/>
            <p:cNvSpPr/>
            <p:nvPr/>
          </p:nvSpPr>
          <p:spPr>
            <a:xfrm>
              <a:off x="-2775847" y="1623989"/>
              <a:ext cx="1386000" cy="227700"/>
            </a:xfrm>
            <a:prstGeom prst="rect">
              <a:avLst/>
            </a:prstGeom>
            <a:solidFill>
              <a:srgbClr val="EEFA8E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サマースクール全体設計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21"/>
            <p:cNvSpPr/>
            <p:nvPr/>
          </p:nvSpPr>
          <p:spPr>
            <a:xfrm>
              <a:off x="-2775847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★赤羽、野村、髙田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0" name="Google Shape;630;p21"/>
          <p:cNvSpPr txBox="1"/>
          <p:nvPr/>
        </p:nvSpPr>
        <p:spPr>
          <a:xfrm>
            <a:off x="1577682" y="2858719"/>
            <a:ext cx="2721546" cy="104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ja-JP"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サマースクール実装レイヤ</a:t>
            </a:r>
            <a:endParaRPr sz="135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事前プログラムを含むサマースクール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関連の実装、カリキュラム実装に向けた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接続などを担う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21"/>
          <p:cNvSpPr txBox="1"/>
          <p:nvPr/>
        </p:nvSpPr>
        <p:spPr>
          <a:xfrm>
            <a:off x="1577682" y="3906469"/>
            <a:ext cx="2721546" cy="37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ja-JP"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プロジェクト構築ユニット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2" name="Google Shape;632;p21"/>
          <p:cNvGrpSpPr/>
          <p:nvPr/>
        </p:nvGrpSpPr>
        <p:grpSpPr>
          <a:xfrm>
            <a:off x="4641957" y="4445338"/>
            <a:ext cx="3003160" cy="756033"/>
            <a:chOff x="-3134476" y="1623990"/>
            <a:chExt cx="1386000" cy="568964"/>
          </a:xfrm>
        </p:grpSpPr>
        <p:sp>
          <p:nvSpPr>
            <p:cNvPr id="633" name="Google Shape;633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★髙田、野村　アドバイザー：横堀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C0E4F5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サマースクール募集要項・テスト作成・選考管理</a:t>
              </a:r>
              <a:endParaRPr sz="9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5" name="Google Shape;635;p21"/>
          <p:cNvGrpSpPr/>
          <p:nvPr/>
        </p:nvGrpSpPr>
        <p:grpSpPr>
          <a:xfrm>
            <a:off x="4670533" y="5340689"/>
            <a:ext cx="2974585" cy="765560"/>
            <a:chOff x="-3134476" y="1623990"/>
            <a:chExt cx="1386000" cy="568965"/>
          </a:xfrm>
        </p:grpSpPr>
        <p:sp>
          <p:nvSpPr>
            <p:cNvPr id="636" name="Google Shape;636;p21"/>
            <p:cNvSpPr/>
            <p:nvPr/>
          </p:nvSpPr>
          <p:spPr>
            <a:xfrm>
              <a:off x="-3134476" y="1851555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★野村、横堀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ja-JP" sz="10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アドバイザー：綿江さん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C0E4F5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カリキュラム実装に向けた効果測定</a:t>
              </a:r>
              <a:endParaRPr sz="9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38" name="Google Shape;638;p21"/>
          <p:cNvSpPr txBox="1"/>
          <p:nvPr/>
        </p:nvSpPr>
        <p:spPr>
          <a:xfrm>
            <a:off x="4759032" y="3915994"/>
            <a:ext cx="2721546" cy="37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ja-JP"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プロジェクト管理ユニット</a:t>
            </a:r>
            <a:endParaRPr sz="135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1"/>
          <p:cNvSpPr/>
          <p:nvPr/>
        </p:nvSpPr>
        <p:spPr>
          <a:xfrm>
            <a:off x="8152032" y="2716345"/>
            <a:ext cx="2665500" cy="3021444"/>
          </a:xfrm>
          <a:prstGeom prst="roundRect">
            <a:avLst>
              <a:gd name="adj" fmla="val 2064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87350" tIns="43675" rIns="87350" bIns="436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3"/>
              <a:buFont typeface="Arial"/>
              <a:buNone/>
            </a:pPr>
            <a:endParaRPr sz="1633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1"/>
          <p:cNvSpPr txBox="1"/>
          <p:nvPr/>
        </p:nvSpPr>
        <p:spPr>
          <a:xfrm>
            <a:off x="8149932" y="2858719"/>
            <a:ext cx="2721546" cy="125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ja-JP"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カリキュラム実装レイヤ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ja-JP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カリキュラム実装に向け、人材要件の定義、リサーチの統括、大学との検証プログラムの実装を担う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1" name="Google Shape;641;p21"/>
          <p:cNvGrpSpPr/>
          <p:nvPr/>
        </p:nvGrpSpPr>
        <p:grpSpPr>
          <a:xfrm>
            <a:off x="8387274" y="3920871"/>
            <a:ext cx="2288785" cy="765558"/>
            <a:chOff x="-3134476" y="1623990"/>
            <a:chExt cx="1386000" cy="568964"/>
          </a:xfrm>
        </p:grpSpPr>
        <p:sp>
          <p:nvSpPr>
            <p:cNvPr id="642" name="Google Shape;642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6AA84F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リサーチ・カリキュラム実装責任者</a:t>
              </a:r>
              <a:endParaRPr sz="998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★横堀 応彦</a:t>
              </a:r>
              <a:endParaRPr sz="13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4" name="Google Shape;644;p21"/>
          <p:cNvGrpSpPr/>
          <p:nvPr/>
        </p:nvGrpSpPr>
        <p:grpSpPr>
          <a:xfrm>
            <a:off x="8368223" y="4825746"/>
            <a:ext cx="2279260" cy="765558"/>
            <a:chOff x="-3134476" y="1623990"/>
            <a:chExt cx="1386000" cy="568964"/>
          </a:xfrm>
        </p:grpSpPr>
        <p:sp>
          <p:nvSpPr>
            <p:cNvPr id="645" name="Google Shape;645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6AA84F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大学関連プログラム担当</a:t>
              </a:r>
              <a:endParaRPr sz="998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ja-JP" sz="14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★川名 幸宏</a:t>
              </a: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7" name="Google Shape;647;p21"/>
          <p:cNvSpPr txBox="1"/>
          <p:nvPr/>
        </p:nvSpPr>
        <p:spPr>
          <a:xfrm>
            <a:off x="1520532" y="6211520"/>
            <a:ext cx="2721546" cy="34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50" tIns="81650" rIns="81650" bIns="81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ja-JP" sz="1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事務関連：★髙田、倉沢、鈴木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8" name="Google Shape;648;p21"/>
          <p:cNvGrpSpPr/>
          <p:nvPr/>
        </p:nvGrpSpPr>
        <p:grpSpPr>
          <a:xfrm>
            <a:off x="8366234" y="5893138"/>
            <a:ext cx="2269735" cy="765558"/>
            <a:chOff x="-3134476" y="1623990"/>
            <a:chExt cx="1386000" cy="568964"/>
          </a:xfrm>
        </p:grpSpPr>
        <p:sp>
          <p:nvSpPr>
            <p:cNvPr id="649" name="Google Shape;649;p21"/>
            <p:cNvSpPr/>
            <p:nvPr/>
          </p:nvSpPr>
          <p:spPr>
            <a:xfrm>
              <a:off x="-3134476" y="1851554"/>
              <a:ext cx="1386000" cy="341400"/>
            </a:xfrm>
            <a:prstGeom prst="rect">
              <a:avLst/>
            </a:prstGeom>
            <a:solidFill>
              <a:schemeClr val="lt1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50"/>
                <a:buFont typeface="Arial"/>
                <a:buNone/>
              </a:pPr>
              <a:r>
                <a:rPr lang="ja-JP" sz="13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★遠藤 真有美 </a:t>
              </a:r>
              <a:endPara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1"/>
            <p:cNvSpPr/>
            <p:nvPr/>
          </p:nvSpPr>
          <p:spPr>
            <a:xfrm>
              <a:off x="-3134476" y="1623990"/>
              <a:ext cx="1386000" cy="227700"/>
            </a:xfrm>
            <a:prstGeom prst="rect">
              <a:avLst/>
            </a:prstGeom>
            <a:solidFill>
              <a:srgbClr val="F2CDED"/>
            </a:solidFill>
            <a:ln w="9525" cap="flat" cmpd="sng">
              <a:solidFill>
                <a:srgbClr val="7F7F7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87350" tIns="43675" rIns="87350" bIns="436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0"/>
                <a:buFont typeface="Arial"/>
                <a:buNone/>
              </a:pPr>
              <a:r>
                <a:rPr lang="ja-JP" sz="95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JPASN連携・会計</a:t>
              </a:r>
              <a:endParaRPr sz="95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1" name="Google Shape;651;p21"/>
          <p:cNvCxnSpPr/>
          <p:nvPr/>
        </p:nvCxnSpPr>
        <p:spPr>
          <a:xfrm flipH="1">
            <a:off x="7763839" y="4486861"/>
            <a:ext cx="599988" cy="295344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652" name="Google Shape;652;p21"/>
          <p:cNvCxnSpPr/>
          <p:nvPr/>
        </p:nvCxnSpPr>
        <p:spPr>
          <a:xfrm rot="10800000" flipH="1">
            <a:off x="7687553" y="4715530"/>
            <a:ext cx="666837" cy="914331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2" baseType="lpstr"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</cp:revision>
  <dcterms:created xsi:type="dcterms:W3CDTF">2026-04-22T06:50:40Z</dcterms:created>
  <dcterms:modified xsi:type="dcterms:W3CDTF">2026-04-22T07:03:08Z</dcterms:modified>
</cp:coreProperties>
</file>